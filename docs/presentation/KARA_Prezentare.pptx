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3691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457200"/>
            <a:ext cx="4572000" cy="4114800"/>
          </a:xfrm>
          <a:prstGeom prst="ellipse">
            <a:avLst/>
          </a:prstGeom>
          <a:solidFill>
            <a:srgbClr val="5C55E8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286000" y="1097280"/>
            <a:ext cx="2743200" cy="2743200"/>
          </a:xfrm>
          <a:prstGeom prst="ellipse">
            <a:avLst/>
          </a:prstGeom>
          <a:solidFill>
            <a:srgbClr val="00C4D4">
              <a:alpha val="8000"/>
            </a:srgbClr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474720" cy="10789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0" y="1371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FOCUS APP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1920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+ Desktop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Cross-Device Focus Platform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029200" y="2971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2.0  ·  Jetpack Compose  ·  Ktor WebSocket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</a:t>
            </a: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Interactiunea</a:t>
            </a: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Om-Calculator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este KARA?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solidFill>
            <a:srgbClr val="1A2340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45720" cy="777240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8988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fi profund concentrat înseamnă să efectuezi activități cu o concentrare totală, fără distracții, împingând capacitățile cognitive la limita lor."  — Cal Newport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2651760" cy="246888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395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tx2"/>
                </a:solidFill>
              </a:rPr>
              <a:t>⏱</a:t>
            </a:r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Focus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Sesiuni 1–120 min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Foreground Service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Arc animat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0" y="2286000"/>
            <a:ext cx="2651760" cy="246888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29000" y="2395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2900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Cross-Device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Ktor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 ↔ PC sync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Latență &lt; 10ms LAN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2286000"/>
            <a:ext cx="2651760" cy="246888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63640" y="23957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🎮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6364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&amp; Achievements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Streak-uri zilnice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Lottie animations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5C5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· MVVM · Kotlin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658368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7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54864" cy="658368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2618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C5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5179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· Screens · Animații · Material You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8229600" cy="658368"/>
          </a:xfrm>
          <a:prstGeom prst="rect">
            <a:avLst/>
          </a:prstGeom>
          <a:solidFill>
            <a:srgbClr val="151E2E"/>
          </a:solidFill>
          <a:ln w="12700">
            <a:solidFill>
              <a:srgbClr val="7C73F0">
                <a:alpha val="7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993392"/>
            <a:ext cx="54864" cy="658368"/>
          </a:xfrm>
          <a:prstGeom prst="rect">
            <a:avLst/>
          </a:prstGeom>
          <a:solidFill>
            <a:srgbClr val="7C73F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0665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C7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3225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Hilt · StateFlow · UiState Sealed Interface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98064"/>
            <a:ext cx="8229600" cy="658368"/>
          </a:xfrm>
          <a:prstGeom prst="rect">
            <a:avLst/>
          </a:prstGeom>
          <a:solidFill>
            <a:srgbClr val="151E2E"/>
          </a:solidFill>
          <a:ln w="12700">
            <a:solidFill>
              <a:srgbClr val="2196C8">
                <a:alpha val="7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98064"/>
            <a:ext cx="54864" cy="658368"/>
          </a:xfrm>
          <a:prstGeom prst="rect">
            <a:avLst/>
          </a:prstGeom>
          <a:solidFill>
            <a:srgbClr val="2196C8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8712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1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312724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UseCases · Entities · Repository Interfaces · Pure Kotlin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02736"/>
            <a:ext cx="8229600" cy="658368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>
                <a:alpha val="7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602736"/>
            <a:ext cx="54864" cy="658368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6758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3931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DB · DataStore · Ktor WebSocket · Cloud Sync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 MOBILĂ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Jetpack Compose · Material You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64208" y="1051560"/>
            <a:ext cx="1572768" cy="32004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1051560"/>
            <a:ext cx="1572768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432511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Focus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572768" y="46177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activă · Streak &amp; XP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785616" y="1051560"/>
            <a:ext cx="1572768" cy="32004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6" y="1051560"/>
            <a:ext cx="1572768" cy="3200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94176" y="432511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94176" y="46177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· Gamificare · Nivel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907024" y="1051560"/>
            <a:ext cx="1572768" cy="32004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7024" y="1051560"/>
            <a:ext cx="1572768" cy="3200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15584" y="4325112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Setări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15584" y="461772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Sesiune · Companion PC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18" name="Text 13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5C5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CROSS-DEVICE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Companion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282222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5486400" cy="282222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1143000"/>
            <a:ext cx="256032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>
                <a:alpha val="4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91072" y="1216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720840" y="11978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bidirecțional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Ktor Server (JVM) · Client Android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965960"/>
            <a:ext cx="256032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>
                <a:alpha val="4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291072" y="20391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720840" y="20208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Latență &lt; 10ms pe LAN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Reconectare exponential backoff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2788920"/>
            <a:ext cx="256032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>
                <a:alpha val="4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291072" y="28620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🖐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720840" y="284378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Gesturi Giroscop HCI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gesturi mapate pe acțiuni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3611880"/>
            <a:ext cx="256032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>
                <a:alpha val="4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291072" y="36850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720840" y="366674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Focus Mode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pinning · DND activat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GAMIFICARE &amp; ANALYTICS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 prin progres vizual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700784" cy="3474720"/>
          </a:xfrm>
          <a:prstGeom prst="rect">
            <a:avLst/>
          </a:prstGeom>
          <a:solidFill>
            <a:srgbClr val="151E2E"/>
          </a:solidFill>
          <a:ln w="12700">
            <a:solidFill>
              <a:srgbClr val="00C4D4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1700784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834640" y="1097280"/>
            <a:ext cx="2834640" cy="16002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6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834640" y="1097280"/>
            <a:ext cx="283464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9" name="Text 6"/>
          <p:cNvSpPr/>
          <p:nvPr/>
        </p:nvSpPr>
        <p:spPr>
          <a:xfrm>
            <a:off x="2971800" y="1261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Primul Pas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97180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 XP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2971800" y="19659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sesiune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97880" y="1097280"/>
            <a:ext cx="2834640" cy="16002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6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897880" y="1097280"/>
            <a:ext cx="283464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0" y="1261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Flăcări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35040" y="1600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+200 XP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035040" y="19659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Streak 7 zile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34640" y="2880360"/>
            <a:ext cx="2834640" cy="16002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6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834640" y="2880360"/>
            <a:ext cx="283464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19" name="Text 16"/>
          <p:cNvSpPr/>
          <p:nvPr/>
        </p:nvSpPr>
        <p:spPr>
          <a:xfrm>
            <a:off x="2971800" y="3044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Maestru Focus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97180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+1000 XP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971800" y="3749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ore focus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897880" y="2880360"/>
            <a:ext cx="2834640" cy="1600200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6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97880" y="2880360"/>
            <a:ext cx="283464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24" name="Text 21"/>
          <p:cNvSpPr/>
          <p:nvPr/>
        </p:nvSpPr>
        <p:spPr>
          <a:xfrm>
            <a:off x="6035040" y="30449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Gyro Master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035040" y="3383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+500 XP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035040" y="37490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comenzi gest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5C5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Tehnologii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utilizate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2.0 · 100% cod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18872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435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5361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1.6+ · Material You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05740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112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2404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Clean Architecture · Hilt DI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05740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205740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2112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2404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2.6+ · DataStore Proto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92608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9809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2735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Ktor Client + Server 2.3+ · WebSocket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46320" y="2926080"/>
            <a:ext cx="4114800" cy="713232"/>
          </a:xfrm>
          <a:prstGeom prst="rect">
            <a:avLst/>
          </a:prstGeom>
          <a:solidFill>
            <a:srgbClr val="151E2E"/>
          </a:solidFill>
          <a:ln w="12700">
            <a:solidFill>
              <a:srgbClr val="5C55E8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2926080"/>
            <a:ext cx="45720" cy="713232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29809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&amp; BG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32735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SensorManager · Giroscop · WorkManager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4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Freemium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840480" cy="3520440"/>
          </a:xfrm>
          <a:prstGeom prst="rect">
            <a:avLst/>
          </a:prstGeom>
          <a:solidFill>
            <a:srgbClr val="151E2E"/>
          </a:solidFill>
          <a:ln w="12700">
            <a:solidFill>
              <a:srgbClr val="8892A4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3840480" cy="54864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618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Timer 25/5 min fix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8833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Statistici 7 zile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0723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Max 5 task-uri active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45643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3 gesturi giroscop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achievements de bază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43000"/>
            <a:ext cx="4023360" cy="3520440"/>
          </a:xfrm>
          <a:prstGeom prst="rect">
            <a:avLst/>
          </a:prstGeom>
          <a:solidFill>
            <a:srgbClr val="1A1F35"/>
          </a:solidFill>
          <a:ln w="12700">
            <a:solidFill>
              <a:srgbClr val="5C55E8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43000"/>
            <a:ext cx="4023360" cy="54864"/>
          </a:xfrm>
          <a:prstGeom prst="rect">
            <a:avLst/>
          </a:prstGeom>
          <a:solidFill>
            <a:srgbClr val="5C55E8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2618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kern="0" spc="200" dirty="0">
                <a:solidFill>
                  <a:srgbClr val="5C5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1691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€4.99/lună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54880" y="23042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Timer 1–120 min personalizabil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26883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Statistici complete + export CSV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072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Task-uri nelimitate + categorii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4564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Toate 8 gesturile giroscop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84048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30+ achievements + Leaderboard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42245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Cloud sync + backup automat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64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Deep Work Platform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5486400" cy="4572000"/>
          </a:xfrm>
          <a:prstGeom prst="ellipse">
            <a:avLst/>
          </a:prstGeom>
          <a:solidFill>
            <a:srgbClr val="5C55E8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1828800"/>
            <a:ext cx="4572000" cy="4572000"/>
          </a:xfrm>
          <a:prstGeom prst="ellipse">
            <a:avLst/>
          </a:prstGeom>
          <a:solidFill>
            <a:srgbClr val="00C4D4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4D4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371600"/>
            <a:ext cx="4114800" cy="1280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346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Focus. Disciplină. Progres.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2.0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005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20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2743200" y="4005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Latency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75488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754880" y="4005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Gesturi HCI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7665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25MB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766560" y="4005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APK Size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</a:t>
            </a: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Interactiunea</a:t>
            </a: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Om-Calculator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431</Words>
  <Application>Microsoft Office PowerPoint</Application>
  <PresentationFormat>Expunere pe ecran (16:9)</PresentationFormat>
  <Paragraphs>126</Paragraphs>
  <Slides>9</Slides>
  <Notes>9</Notes>
  <HiddenSlides>0</HiddenSlides>
  <MMClips>0</MMClips>
  <ScaleCrop>false</ScaleCrop>
  <HeadingPairs>
    <vt:vector size="6" baseType="variant">
      <vt:variant>
        <vt:lpstr>Fonturi utilizate</vt:lpstr>
      </vt:variant>
      <vt:variant>
        <vt:i4>2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KARA – Deep Focus App</dc:title>
  <dc:subject>PptxGenJS Presentation</dc:subject>
  <dc:creator>PptxGenJS</dc:creator>
  <cp:lastModifiedBy>calin</cp:lastModifiedBy>
  <cp:revision>2</cp:revision>
  <dcterms:created xsi:type="dcterms:W3CDTF">2026-03-31T21:54:27Z</dcterms:created>
  <dcterms:modified xsi:type="dcterms:W3CDTF">2026-03-31T21:57:46Z</dcterms:modified>
</cp:coreProperties>
</file>