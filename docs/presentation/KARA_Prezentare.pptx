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69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57200"/>
            <a:ext cx="4572000" cy="4114800"/>
          </a:xfrm>
          <a:prstGeom prst="ellipse">
            <a:avLst/>
          </a:prstGeom>
          <a:solidFill>
            <a:srgbClr val="5C55E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097280"/>
            <a:ext cx="2743200" cy="2743200"/>
          </a:xfrm>
          <a:prstGeom prst="ellipse">
            <a:avLst/>
          </a:prstGeom>
          <a:solidFill>
            <a:srgbClr val="00C4D4">
              <a:alpha val="8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3474720" cy="1078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FOCUS APP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Desktop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Focus Platform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2.0  ·  Jetpack Compose  ·  Ktor WebSocket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Interactiunea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Om-Calculator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KARA?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5C55E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45720" cy="777240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fi profund concentrat înseamnă să efectuezi activități cu o concentrare totală, fără distracții, împingând capacitățile cognitive la limita lor."  — Cal Newport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51760" cy="246888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⏱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Focus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Sesiuni 1–120 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Arc animat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651760" cy="246888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Ktor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↔ PC sync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Latență &lt; 10ms 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651760" cy="246888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&amp; Achievements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Streak-uri zilnice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 animations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· Deep Work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C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· MVVM · Kotlin 2.0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58368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Screens · Animații · Material You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658368"/>
          </a:xfrm>
          <a:prstGeom prst="rect">
            <a:avLst/>
          </a:prstGeom>
          <a:solidFill>
            <a:srgbClr val="151E2E"/>
          </a:solidFill>
          <a:ln w="12700">
            <a:solidFill>
              <a:srgbClr val="7C73F0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93392"/>
            <a:ext cx="54864" cy="658368"/>
          </a:xfrm>
          <a:prstGeom prst="rect">
            <a:avLst/>
          </a:prstGeom>
          <a:solidFill>
            <a:srgbClr val="7C73F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66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7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322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Hilt · StateFlow · UiState Sealed 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229600" cy="658368"/>
          </a:xfrm>
          <a:prstGeom prst="rect">
            <a:avLst/>
          </a:prstGeom>
          <a:solidFill>
            <a:srgbClr val="151E2E"/>
          </a:solidFill>
          <a:ln w="12700">
            <a:solidFill>
              <a:srgbClr val="2196C8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98064"/>
            <a:ext cx="54864" cy="658368"/>
          </a:xfrm>
          <a:prstGeom prst="rect">
            <a:avLst/>
          </a:prstGeom>
          <a:solidFill>
            <a:srgbClr val="2196C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UseCases · Entities · Repository Interfaces · Pure Kotlin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8229600" cy="658368"/>
          </a:xfrm>
          <a:prstGeom prst="rect">
            <a:avLst/>
          </a:prstGeom>
          <a:solidFill>
            <a:srgbClr val="151E2E"/>
          </a:solidFill>
          <a:ln w="12700">
            <a:solidFill>
              <a:srgbClr val="00C4D4">
                <a:alpha val="7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02736"/>
            <a:ext cx="54864" cy="658368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75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DB · DataStore · Ktor WebSocket · Cloud Sync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· Deep Work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MOBILĂ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Jetpack Compose · Material You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64208" y="1051560"/>
            <a:ext cx="1572768" cy="32004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1051560"/>
            <a:ext cx="1572768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432511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Focus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72768" y="4617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Sesiune activă · Streak &amp; XP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785616" y="1051560"/>
            <a:ext cx="1572768" cy="32004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1051560"/>
            <a:ext cx="1572768" cy="3200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94176" y="432511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94176" y="4617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· Gamificare · Nivel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907024" y="1051560"/>
            <a:ext cx="1572768" cy="32004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1051560"/>
            <a:ext cx="1572768" cy="3200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15584" y="432511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Setări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15584" y="4617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Sesiune · Companion PC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8" name="Text 1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· Deep Work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C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Companion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282222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486400" cy="28222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143000"/>
            <a:ext cx="256032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00C4D4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91072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20840" y="119786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bidirecțional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Ktor Server (JVM) · Client Android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256032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00C4D4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91072" y="2039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20840" y="20208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Latență &lt; 10ms pe LAN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Reconectare exponential backoff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788920"/>
            <a:ext cx="256032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00C4D4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91072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🖐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20840" y="284378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Gesturi Giroscop HCI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gesturi mapate pe acțiuni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611880"/>
            <a:ext cx="256032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00C4D4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91072" y="3685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20840" y="366674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Focus Mode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pinning · DND activat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· Deep Work 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GAMIFICARE &amp;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 prin progres vizual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700784" cy="3474720"/>
          </a:xfrm>
          <a:prstGeom prst="rect">
            <a:avLst/>
          </a:prstGeom>
          <a:solidFill>
            <a:srgbClr val="151E2E"/>
          </a:solidFill>
          <a:ln w="12700">
            <a:solidFill>
              <a:srgbClr val="00C4D4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1700784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34640" y="1097280"/>
            <a:ext cx="2834640" cy="16002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834640" y="1097280"/>
            <a:ext cx="283464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9" name="Text 6"/>
          <p:cNvSpPr/>
          <p:nvPr/>
        </p:nvSpPr>
        <p:spPr>
          <a:xfrm>
            <a:off x="297180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Primul Pas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97180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XP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97180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sesiune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97880" y="1097280"/>
            <a:ext cx="2834640" cy="16002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097280"/>
            <a:ext cx="283464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Flăcări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 XP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3504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7 zile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34640" y="2880360"/>
            <a:ext cx="2834640" cy="16002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834640" y="2880360"/>
            <a:ext cx="283464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19" name="Text 16"/>
          <p:cNvSpPr/>
          <p:nvPr/>
        </p:nvSpPr>
        <p:spPr>
          <a:xfrm>
            <a:off x="2971800" y="3044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Maestru Focus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97180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+1000 XP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97180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ore focus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97880" y="2880360"/>
            <a:ext cx="2834640" cy="1600200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97880" y="2880360"/>
            <a:ext cx="2834640" cy="54864"/>
          </a:xfrm>
          <a:prstGeom prst="rect">
            <a:avLst/>
          </a:prstGeom>
          <a:solidFill>
            <a:srgbClr val="00C4D4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3044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Master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3504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 XP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03504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comenzi gest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· Deep Work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C5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utilizate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" cy="713232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2.0 · 100% cod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5720" cy="713232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36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1.6+ · Material You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411480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57400"/>
            <a:ext cx="45720" cy="713232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404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Clean Architecture · Hilt DI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411480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057400"/>
            <a:ext cx="45720" cy="713232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404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2.6+ · DataStore Proto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11480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26080"/>
            <a:ext cx="45720" cy="713232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Ktor Client + Server 2.3+ · WebSocket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4114800" cy="713232"/>
          </a:xfrm>
          <a:prstGeom prst="rect">
            <a:avLst/>
          </a:prstGeom>
          <a:solidFill>
            <a:srgbClr val="151E2E"/>
          </a:solidFill>
          <a:ln w="12700">
            <a:solidFill>
              <a:srgbClr val="5C55E8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926080"/>
            <a:ext cx="45720" cy="713232"/>
          </a:xfrm>
          <a:prstGeom prst="rect">
            <a:avLst/>
          </a:prstGeom>
          <a:solidFill>
            <a:srgbClr val="5C55E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BG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SensorManager · Giroscop · WorkManager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· Deep Work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4572000"/>
          </a:xfrm>
          <a:prstGeom prst="ellipse">
            <a:avLst/>
          </a:prstGeom>
          <a:solidFill>
            <a:srgbClr val="5C55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C4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4D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371600"/>
            <a:ext cx="411480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Focus. Disciplină. Progres.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10ms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Latency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5488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Gesturi HCI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25MB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6656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Size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Interactiunea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Om-Calculator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357</Words>
  <Application>Microsoft Office PowerPoint</Application>
  <PresentationFormat>Expunere pe ecran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 – Deep Focus App</dc:title>
  <dc:subject>PptxGenJS Presentation</dc:subject>
  <dc:creator>PptxGenJS</dc:creator>
  <cp:lastModifiedBy>calin</cp:lastModifiedBy>
  <cp:revision>3</cp:revision>
  <dcterms:created xsi:type="dcterms:W3CDTF">2026-03-31T21:54:27Z</dcterms:created>
  <dcterms:modified xsi:type="dcterms:W3CDTF">2026-04-02T15:27:47Z</dcterms:modified>
</cp:coreProperties>
</file>